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sldIdLst>
    <p:sldId id="256" r:id="rId4"/>
    <p:sldId id="370" r:id="rId5"/>
    <p:sldId id="374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9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64" autoAdjust="0"/>
    <p:restoredTop sz="94660"/>
  </p:normalViewPr>
  <p:slideViewPr>
    <p:cSldViewPr snapToGrid="0">
      <p:cViewPr varScale="1">
        <p:scale>
          <a:sx n="85" d="100"/>
          <a:sy n="85" d="100"/>
        </p:scale>
        <p:origin x="802" y="62"/>
      </p:cViewPr>
      <p:guideLst>
        <p:guide orient="horz" pos="247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75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747C4C6-F743-4638-89B5-60146629A59E}"/>
              </a:ext>
            </a:extLst>
          </p:cNvPr>
          <p:cNvGrpSpPr/>
          <p:nvPr userDrawn="1"/>
        </p:nvGrpSpPr>
        <p:grpSpPr>
          <a:xfrm flipH="1">
            <a:off x="2657472" y="1971671"/>
            <a:ext cx="1343029" cy="1343029"/>
            <a:chOff x="2190747" y="1657346"/>
            <a:chExt cx="1343029" cy="1343029"/>
          </a:xfrm>
        </p:grpSpPr>
        <p:sp>
          <p:nvSpPr>
            <p:cNvPr id="2" name="Arc 1">
              <a:extLst>
                <a:ext uri="{FF2B5EF4-FFF2-40B4-BE49-F238E27FC236}">
                  <a16:creationId xmlns:a16="http://schemas.microsoft.com/office/drawing/2014/main" id="{B7C2B258-141E-4BC9-85CA-9FDBB30C46BF}"/>
                </a:ext>
              </a:extLst>
            </p:cNvPr>
            <p:cNvSpPr/>
            <p:nvPr userDrawn="1"/>
          </p:nvSpPr>
          <p:spPr>
            <a:xfrm>
              <a:off x="2705100" y="2190749"/>
              <a:ext cx="504825" cy="504825"/>
            </a:xfrm>
            <a:prstGeom prst="arc">
              <a:avLst>
                <a:gd name="adj1" fmla="val 9366810"/>
                <a:gd name="adj2" fmla="val 17844455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10A7735F-90FC-4DD6-9A30-EA9FF118174A}"/>
                </a:ext>
              </a:extLst>
            </p:cNvPr>
            <p:cNvSpPr/>
            <p:nvPr userDrawn="1"/>
          </p:nvSpPr>
          <p:spPr>
            <a:xfrm>
              <a:off x="2481261" y="1947860"/>
              <a:ext cx="895351" cy="895351"/>
            </a:xfrm>
            <a:prstGeom prst="arc">
              <a:avLst>
                <a:gd name="adj1" fmla="val 9366810"/>
                <a:gd name="adj2" fmla="val 17844455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3B29125C-EA5F-47C9-9310-E31997A572C3}"/>
                </a:ext>
              </a:extLst>
            </p:cNvPr>
            <p:cNvSpPr/>
            <p:nvPr userDrawn="1"/>
          </p:nvSpPr>
          <p:spPr>
            <a:xfrm>
              <a:off x="2190747" y="1657346"/>
              <a:ext cx="1343029" cy="1343029"/>
            </a:xfrm>
            <a:prstGeom prst="arc">
              <a:avLst>
                <a:gd name="adj1" fmla="val 9366810"/>
                <a:gd name="adj2" fmla="val 17844455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521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07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87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940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CF074AD-5A0D-40B4-813D-34862D7DF200}"/>
              </a:ext>
            </a:extLst>
          </p:cNvPr>
          <p:cNvSpPr/>
          <p:nvPr userDrawn="1"/>
        </p:nvSpPr>
        <p:spPr>
          <a:xfrm>
            <a:off x="0" y="-1"/>
            <a:ext cx="1219200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6F6D66-F2F9-4BF4-99F9-B1BA1142497F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87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BAAB49C-82D6-462D-8630-09F94CD9C293}"/>
              </a:ext>
            </a:extLst>
          </p:cNvPr>
          <p:cNvSpPr/>
          <p:nvPr userDrawn="1"/>
        </p:nvSpPr>
        <p:spPr>
          <a:xfrm>
            <a:off x="0" y="-1"/>
            <a:ext cx="12192000" cy="6531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D265AB-C1BD-4CEB-AE14-D0E6C976BF8A}"/>
              </a:ext>
            </a:extLst>
          </p:cNvPr>
          <p:cNvSpPr/>
          <p:nvPr userDrawn="1"/>
        </p:nvSpPr>
        <p:spPr>
          <a:xfrm>
            <a:off x="722811" y="291737"/>
            <a:ext cx="10519955" cy="77201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73C4845-8216-4B2A-A66E-536E74678B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F96AC6-9B82-47F8-82E6-EA6FB9EA9653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44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895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590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C07FBD2D-6A89-414D-85F9-7BB69D5020BD}"/>
              </a:ext>
            </a:extLst>
          </p:cNvPr>
          <p:cNvSpPr>
            <a:spLocks noChangeAspect="1"/>
          </p:cNvSpPr>
          <p:nvPr/>
        </p:nvSpPr>
        <p:spPr>
          <a:xfrm>
            <a:off x="8608025" y="1457403"/>
            <a:ext cx="2915574" cy="1570864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90851" y="109797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bg1"/>
          </a:solidFill>
          <a:ln w="889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7" name="Freeform 44">
            <a:extLst>
              <a:ext uri="{FF2B5EF4-FFF2-40B4-BE49-F238E27FC236}">
                <a16:creationId xmlns:a16="http://schemas.microsoft.com/office/drawing/2014/main" id="{B11ECC53-3D93-4507-89DA-7C96C5F98371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681574" y="2390853"/>
            <a:ext cx="2915574" cy="1570864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90851" y="109797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bg1"/>
          </a:solidFill>
          <a:ln w="889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5B2F270D-6127-4230-AAA0-00D1740544F6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811890" y="2529655"/>
            <a:ext cx="1293260" cy="129326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FCAD4D1-1D22-4C76-A670-F8AC37A106D2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9117565" y="1596205"/>
            <a:ext cx="1293260" cy="129326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9" name="Freeform 44">
            <a:extLst>
              <a:ext uri="{FF2B5EF4-FFF2-40B4-BE49-F238E27FC236}">
                <a16:creationId xmlns:a16="http://schemas.microsoft.com/office/drawing/2014/main" id="{C3AF9648-F60B-452B-86AC-AB13E224D3FD}"/>
              </a:ext>
            </a:extLst>
          </p:cNvPr>
          <p:cNvSpPr>
            <a:spLocks noChangeAspect="1"/>
          </p:cNvSpPr>
          <p:nvPr userDrawn="1"/>
        </p:nvSpPr>
        <p:spPr>
          <a:xfrm>
            <a:off x="4705886" y="4314903"/>
            <a:ext cx="2915574" cy="1570864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90851" y="109797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bg1"/>
          </a:solidFill>
          <a:ln w="889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ADE84C9C-AE4C-4919-85E3-27955132D9EC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5202790" y="4453705"/>
            <a:ext cx="1293260" cy="129326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4129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AB178950-6460-489A-86E8-DA7944855983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875633" y="1819076"/>
            <a:ext cx="9593277" cy="2645996"/>
          </a:xfrm>
          <a:custGeom>
            <a:avLst/>
            <a:gdLst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0 w 6913722"/>
              <a:gd name="connsiteY3" fmla="*/ 1800200 h 1800200"/>
              <a:gd name="connsiteX4" fmla="*/ 0 w 6913722"/>
              <a:gd name="connsiteY4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103257 w 6913722"/>
              <a:gd name="connsiteY3" fmla="*/ 1791789 h 1800200"/>
              <a:gd name="connsiteX4" fmla="*/ 0 w 6913722"/>
              <a:gd name="connsiteY4" fmla="*/ 1800200 h 1800200"/>
              <a:gd name="connsiteX5" fmla="*/ 0 w 6913722"/>
              <a:gd name="connsiteY5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489151 w 6913722"/>
              <a:gd name="connsiteY3" fmla="*/ 1800178 h 1800200"/>
              <a:gd name="connsiteX4" fmla="*/ 1103257 w 6913722"/>
              <a:gd name="connsiteY4" fmla="*/ 1791789 h 1800200"/>
              <a:gd name="connsiteX5" fmla="*/ 0 w 6913722"/>
              <a:gd name="connsiteY5" fmla="*/ 1800200 h 1800200"/>
              <a:gd name="connsiteX6" fmla="*/ 0 w 6913722"/>
              <a:gd name="connsiteY6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489151 w 6913722"/>
              <a:gd name="connsiteY3" fmla="*/ 1800178 h 1800200"/>
              <a:gd name="connsiteX4" fmla="*/ 1287815 w 6913722"/>
              <a:gd name="connsiteY4" fmla="*/ 1791789 h 1800200"/>
              <a:gd name="connsiteX5" fmla="*/ 1103257 w 6913722"/>
              <a:gd name="connsiteY5" fmla="*/ 1791789 h 1800200"/>
              <a:gd name="connsiteX6" fmla="*/ 0 w 6913722"/>
              <a:gd name="connsiteY6" fmla="*/ 1800200 h 1800200"/>
              <a:gd name="connsiteX7" fmla="*/ 0 w 6913722"/>
              <a:gd name="connsiteY7" fmla="*/ 0 h 1800200"/>
              <a:gd name="connsiteX0" fmla="*/ 0 w 6913722"/>
              <a:gd name="connsiteY0" fmla="*/ 0 h 1951179"/>
              <a:gd name="connsiteX1" fmla="*/ 6913722 w 6913722"/>
              <a:gd name="connsiteY1" fmla="*/ 0 h 1951179"/>
              <a:gd name="connsiteX2" fmla="*/ 6913722 w 6913722"/>
              <a:gd name="connsiteY2" fmla="*/ 1800200 h 1951179"/>
              <a:gd name="connsiteX3" fmla="*/ 1489151 w 6913722"/>
              <a:gd name="connsiteY3" fmla="*/ 1800178 h 1951179"/>
              <a:gd name="connsiteX4" fmla="*/ 1296204 w 6913722"/>
              <a:gd name="connsiteY4" fmla="*/ 1951179 h 1951179"/>
              <a:gd name="connsiteX5" fmla="*/ 1103257 w 6913722"/>
              <a:gd name="connsiteY5" fmla="*/ 1791789 h 1951179"/>
              <a:gd name="connsiteX6" fmla="*/ 0 w 6913722"/>
              <a:gd name="connsiteY6" fmla="*/ 1800200 h 1951179"/>
              <a:gd name="connsiteX7" fmla="*/ 0 w 6913722"/>
              <a:gd name="connsiteY7" fmla="*/ 0 h 1951179"/>
              <a:gd name="connsiteX0" fmla="*/ 0 w 6913722"/>
              <a:gd name="connsiteY0" fmla="*/ 0 h 2002718"/>
              <a:gd name="connsiteX1" fmla="*/ 6913722 w 6913722"/>
              <a:gd name="connsiteY1" fmla="*/ 0 h 2002718"/>
              <a:gd name="connsiteX2" fmla="*/ 6913722 w 6913722"/>
              <a:gd name="connsiteY2" fmla="*/ 1800200 h 2002718"/>
              <a:gd name="connsiteX3" fmla="*/ 1489151 w 6913722"/>
              <a:gd name="connsiteY3" fmla="*/ 1800178 h 2002718"/>
              <a:gd name="connsiteX4" fmla="*/ 1303214 w 6913722"/>
              <a:gd name="connsiteY4" fmla="*/ 2002718 h 2002718"/>
              <a:gd name="connsiteX5" fmla="*/ 1103257 w 6913722"/>
              <a:gd name="connsiteY5" fmla="*/ 1791789 h 2002718"/>
              <a:gd name="connsiteX6" fmla="*/ 0 w 6913722"/>
              <a:gd name="connsiteY6" fmla="*/ 1800200 h 2002718"/>
              <a:gd name="connsiteX7" fmla="*/ 0 w 6913722"/>
              <a:gd name="connsiteY7" fmla="*/ 0 h 2002718"/>
              <a:gd name="connsiteX0" fmla="*/ 0 w 6913722"/>
              <a:gd name="connsiteY0" fmla="*/ 0 h 2002718"/>
              <a:gd name="connsiteX1" fmla="*/ 6913722 w 6913722"/>
              <a:gd name="connsiteY1" fmla="*/ 0 h 2002718"/>
              <a:gd name="connsiteX2" fmla="*/ 6913722 w 6913722"/>
              <a:gd name="connsiteY2" fmla="*/ 1800200 h 2002718"/>
              <a:gd name="connsiteX3" fmla="*/ 1489151 w 6913722"/>
              <a:gd name="connsiteY3" fmla="*/ 1800178 h 2002718"/>
              <a:gd name="connsiteX4" fmla="*/ 1289193 w 6913722"/>
              <a:gd name="connsiteY4" fmla="*/ 2002718 h 2002718"/>
              <a:gd name="connsiteX5" fmla="*/ 1103257 w 6913722"/>
              <a:gd name="connsiteY5" fmla="*/ 1791789 h 2002718"/>
              <a:gd name="connsiteX6" fmla="*/ 0 w 6913722"/>
              <a:gd name="connsiteY6" fmla="*/ 1800200 h 2002718"/>
              <a:gd name="connsiteX7" fmla="*/ 0 w 6913722"/>
              <a:gd name="connsiteY7" fmla="*/ 0 h 2002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3722" h="2002718">
                <a:moveTo>
                  <a:pt x="0" y="0"/>
                </a:moveTo>
                <a:lnTo>
                  <a:pt x="6913722" y="0"/>
                </a:lnTo>
                <a:lnTo>
                  <a:pt x="6913722" y="1800200"/>
                </a:lnTo>
                <a:lnTo>
                  <a:pt x="1489151" y="1800178"/>
                </a:lnTo>
                <a:lnTo>
                  <a:pt x="1289193" y="2002718"/>
                </a:lnTo>
                <a:lnTo>
                  <a:pt x="1103257" y="1791789"/>
                </a:lnTo>
                <a:lnTo>
                  <a:pt x="0" y="1800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2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0AE06E-08A3-48B7-8322-CE3798623A8B}"/>
              </a:ext>
            </a:extLst>
          </p:cNvPr>
          <p:cNvSpPr/>
          <p:nvPr userDrawn="1"/>
        </p:nvSpPr>
        <p:spPr>
          <a:xfrm>
            <a:off x="-1" y="1819076"/>
            <a:ext cx="1875635" cy="2389975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A708D5EC-6A83-4792-81FB-2ECCB0ABE2A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615413" y="4396978"/>
            <a:ext cx="1853497" cy="1670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DD53BE75-DFE8-4D1E-89D4-0824C71EED78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7570712" y="4396978"/>
            <a:ext cx="1853497" cy="1670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93642239-33D4-4D2F-AC90-7781FC846D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145214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723FA40-FCE6-4B16-AF36-281B510020EB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33463" y="1792600"/>
            <a:ext cx="1800000" cy="1008000"/>
          </a:xfrm>
          <a:prstGeom prst="roundRect">
            <a:avLst>
              <a:gd name="adj" fmla="val 722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98B135-3ED1-42E9-A42D-5B4F7F10C237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733463" y="2878386"/>
            <a:ext cx="1800000" cy="1008000"/>
          </a:xfrm>
          <a:prstGeom prst="roundRect">
            <a:avLst>
              <a:gd name="adj" fmla="val 722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B0371065-5281-4086-9A62-2FB24E56E50B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733463" y="3964172"/>
            <a:ext cx="1800000" cy="1008000"/>
          </a:xfrm>
          <a:prstGeom prst="roundRect">
            <a:avLst>
              <a:gd name="adj" fmla="val 722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805CC9B-AA32-4069-B262-3DA21DB7FF5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33463" y="5049957"/>
            <a:ext cx="1800000" cy="1008000"/>
          </a:xfrm>
          <a:prstGeom prst="roundRect">
            <a:avLst>
              <a:gd name="adj" fmla="val 722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AF47A72-6930-4058-A5F2-8E8A5F1A5B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90767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514C0E-C202-46C1-9852-BA3E45CA02B3}"/>
              </a:ext>
            </a:extLst>
          </p:cNvPr>
          <p:cNvSpPr/>
          <p:nvPr userDrawn="1"/>
        </p:nvSpPr>
        <p:spPr>
          <a:xfrm>
            <a:off x="9315811" y="3209360"/>
            <a:ext cx="2160000" cy="14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202D61-F30B-4228-A377-5750CAA2B9B7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9315811" y="1773034"/>
            <a:ext cx="2160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423E02-128E-42A1-8953-2DE50A51FCF9}"/>
              </a:ext>
            </a:extLst>
          </p:cNvPr>
          <p:cNvSpPr/>
          <p:nvPr userDrawn="1"/>
        </p:nvSpPr>
        <p:spPr>
          <a:xfrm>
            <a:off x="7155811" y="4645814"/>
            <a:ext cx="2160000" cy="14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6F87C8A-190B-4FCA-A7E1-913DC2A32AA2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9315811" y="4645814"/>
            <a:ext cx="2160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A0A630E-93DB-487F-929A-17764764CDB1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7155596" y="3209360"/>
            <a:ext cx="2160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11B731-17ED-4D6F-800A-73D3A14C3992}"/>
              </a:ext>
            </a:extLst>
          </p:cNvPr>
          <p:cNvSpPr/>
          <p:nvPr userDrawn="1"/>
        </p:nvSpPr>
        <p:spPr>
          <a:xfrm>
            <a:off x="7155811" y="1773034"/>
            <a:ext cx="2160000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746A58-880F-470E-AAFB-4D7CB30D2CF6}"/>
              </a:ext>
            </a:extLst>
          </p:cNvPr>
          <p:cNvSpPr/>
          <p:nvPr userDrawn="1"/>
        </p:nvSpPr>
        <p:spPr>
          <a:xfrm>
            <a:off x="4995381" y="3209360"/>
            <a:ext cx="2160000" cy="14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BD37972-1F7F-4C9E-A6D4-C90E3B8369F0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4994903" y="4645814"/>
            <a:ext cx="2160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8E23BEDE-B250-40DE-8D39-C0803D8CC43A}"/>
              </a:ext>
            </a:extLst>
          </p:cNvPr>
          <p:cNvSpPr>
            <a:spLocks noGrp="1"/>
          </p:cNvSpPr>
          <p:nvPr>
            <p:ph type="pic" idx="20" hasCustomPrompt="1"/>
          </p:nvPr>
        </p:nvSpPr>
        <p:spPr>
          <a:xfrm>
            <a:off x="2835166" y="3209360"/>
            <a:ext cx="2160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3AFCEB-A5C6-4DD3-BD22-AE741EDA18AE}"/>
              </a:ext>
            </a:extLst>
          </p:cNvPr>
          <p:cNvSpPr/>
          <p:nvPr userDrawn="1"/>
        </p:nvSpPr>
        <p:spPr>
          <a:xfrm>
            <a:off x="674951" y="3209360"/>
            <a:ext cx="2160000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5DC6E82-1C6B-48EE-8DA8-170A8B2427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204456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48D85DA-55FA-483F-AB10-C7570C4473F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75840" y="1478364"/>
            <a:ext cx="205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F59985C-8D83-4C2F-A77E-74098774603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75840" y="3120588"/>
            <a:ext cx="205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9FFF4ED5-B4BB-4511-BAAB-643117CC539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75840" y="4762777"/>
            <a:ext cx="205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1EFECA9-E86B-4786-893E-598AACF581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16377" y="3120588"/>
            <a:ext cx="169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4EDB837-B580-4594-B731-E5003B30418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00000" y="3120588"/>
            <a:ext cx="169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357A188-0C12-42C9-978C-C9C96AE2112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9129" y="1766364"/>
            <a:ext cx="2052000" cy="11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CDAEB8-C380-4585-AF5E-9239B85467FF}"/>
              </a:ext>
            </a:extLst>
          </p:cNvPr>
          <p:cNvSpPr/>
          <p:nvPr userDrawn="1"/>
        </p:nvSpPr>
        <p:spPr>
          <a:xfrm>
            <a:off x="0" y="3120588"/>
            <a:ext cx="6481129" cy="1550690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F0EDCD-8042-4D71-BF31-EA988202BFCC}"/>
              </a:ext>
            </a:extLst>
          </p:cNvPr>
          <p:cNvSpPr/>
          <p:nvPr userDrawn="1"/>
        </p:nvSpPr>
        <p:spPr>
          <a:xfrm>
            <a:off x="4429129" y="2912764"/>
            <a:ext cx="2052000" cy="108000"/>
          </a:xfrm>
          <a:prstGeom prst="rect">
            <a:avLst/>
          </a:prstGeom>
          <a:solidFill>
            <a:schemeClr val="accent2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F4A05E-6641-4664-BFC0-C9825CBA2DD2}"/>
              </a:ext>
            </a:extLst>
          </p:cNvPr>
          <p:cNvSpPr/>
          <p:nvPr userDrawn="1"/>
        </p:nvSpPr>
        <p:spPr>
          <a:xfrm>
            <a:off x="6575840" y="2912764"/>
            <a:ext cx="2052000" cy="108000"/>
          </a:xfrm>
          <a:prstGeom prst="rect">
            <a:avLst/>
          </a:prstGeom>
          <a:solidFill>
            <a:schemeClr val="accent4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DE6A5E-4942-4403-9E96-15A90E9769CC}"/>
              </a:ext>
            </a:extLst>
          </p:cNvPr>
          <p:cNvSpPr/>
          <p:nvPr userDrawn="1"/>
        </p:nvSpPr>
        <p:spPr>
          <a:xfrm>
            <a:off x="6575840" y="4563278"/>
            <a:ext cx="2052000" cy="108000"/>
          </a:xfrm>
          <a:prstGeom prst="rect">
            <a:avLst/>
          </a:prstGeom>
          <a:solidFill>
            <a:schemeClr val="accent2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1AA1FC-A026-419C-BCC1-A178BDFD1AED}"/>
              </a:ext>
            </a:extLst>
          </p:cNvPr>
          <p:cNvSpPr/>
          <p:nvPr userDrawn="1"/>
        </p:nvSpPr>
        <p:spPr>
          <a:xfrm>
            <a:off x="6575840" y="6202777"/>
            <a:ext cx="2052000" cy="108000"/>
          </a:xfrm>
          <a:prstGeom prst="rect">
            <a:avLst/>
          </a:prstGeom>
          <a:solidFill>
            <a:schemeClr val="accent3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4A0FF-3048-41CF-8C3B-89DDC877F673}"/>
              </a:ext>
            </a:extLst>
          </p:cNvPr>
          <p:cNvSpPr/>
          <p:nvPr userDrawn="1"/>
        </p:nvSpPr>
        <p:spPr>
          <a:xfrm>
            <a:off x="8717920" y="4563278"/>
            <a:ext cx="1692000" cy="108000"/>
          </a:xfrm>
          <a:prstGeom prst="rect">
            <a:avLst/>
          </a:prstGeom>
          <a:solidFill>
            <a:schemeClr val="accent4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A162D9-B8DB-43D5-9501-BB93810F4E35}"/>
              </a:ext>
            </a:extLst>
          </p:cNvPr>
          <p:cNvSpPr/>
          <p:nvPr userDrawn="1"/>
        </p:nvSpPr>
        <p:spPr>
          <a:xfrm>
            <a:off x="10500000" y="4563278"/>
            <a:ext cx="1692000" cy="108000"/>
          </a:xfrm>
          <a:prstGeom prst="rect">
            <a:avLst/>
          </a:prstGeom>
          <a:solidFill>
            <a:schemeClr val="accent3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lt"/>
            </a:endParaRP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EB979E4-AE0D-438C-A9FB-60544B69CD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4990482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069D14A-5371-4906-93E3-B1811A107B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2000" cy="6561423"/>
          </a:xfrm>
          <a:custGeom>
            <a:avLst/>
            <a:gdLst>
              <a:gd name="connsiteX0" fmla="*/ 0 w 12192000"/>
              <a:gd name="connsiteY0" fmla="*/ 0 h 6561423"/>
              <a:gd name="connsiteX1" fmla="*/ 12192000 w 12192000"/>
              <a:gd name="connsiteY1" fmla="*/ 0 h 6561423"/>
              <a:gd name="connsiteX2" fmla="*/ 12192000 w 12192000"/>
              <a:gd name="connsiteY2" fmla="*/ 2455328 h 6561423"/>
              <a:gd name="connsiteX3" fmla="*/ 9675392 w 12192000"/>
              <a:gd name="connsiteY3" fmla="*/ 3302886 h 6561423"/>
              <a:gd name="connsiteX4" fmla="*/ 10157317 w 12192000"/>
              <a:gd name="connsiteY4" fmla="*/ 4390513 h 6561423"/>
              <a:gd name="connsiteX5" fmla="*/ 8230254 w 12192000"/>
              <a:gd name="connsiteY5" fmla="*/ 3789588 h 6561423"/>
              <a:gd name="connsiteX6" fmla="*/ 0 w 12192000"/>
              <a:gd name="connsiteY6" fmla="*/ 6561423 h 656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561423">
                <a:moveTo>
                  <a:pt x="0" y="0"/>
                </a:moveTo>
                <a:lnTo>
                  <a:pt x="12192000" y="0"/>
                </a:lnTo>
                <a:lnTo>
                  <a:pt x="12192000" y="2455328"/>
                </a:lnTo>
                <a:lnTo>
                  <a:pt x="9675392" y="3302886"/>
                </a:lnTo>
                <a:lnTo>
                  <a:pt x="10157317" y="4390513"/>
                </a:lnTo>
                <a:lnTo>
                  <a:pt x="8230254" y="3789588"/>
                </a:lnTo>
                <a:lnTo>
                  <a:pt x="0" y="65614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</a:defRPr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11619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1B174B9-DDA6-43AC-94FF-E49E8A4C9EE5}"/>
              </a:ext>
            </a:extLst>
          </p:cNvPr>
          <p:cNvSpPr/>
          <p:nvPr userDrawn="1"/>
        </p:nvSpPr>
        <p:spPr>
          <a:xfrm>
            <a:off x="2" y="1"/>
            <a:ext cx="8641787" cy="6858000"/>
          </a:xfrm>
          <a:custGeom>
            <a:avLst/>
            <a:gdLst>
              <a:gd name="connsiteX0" fmla="*/ 0 w 8641787"/>
              <a:gd name="connsiteY0" fmla="*/ 0 h 6858000"/>
              <a:gd name="connsiteX1" fmla="*/ 6012887 w 8641787"/>
              <a:gd name="connsiteY1" fmla="*/ 0 h 6858000"/>
              <a:gd name="connsiteX2" fmla="*/ 8641787 w 8641787"/>
              <a:gd name="connsiteY2" fmla="*/ 6858000 h 6858000"/>
              <a:gd name="connsiteX3" fmla="*/ 0 w 864178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41787" h="6858000">
                <a:moveTo>
                  <a:pt x="0" y="0"/>
                </a:moveTo>
                <a:lnTo>
                  <a:pt x="6012887" y="0"/>
                </a:lnTo>
                <a:lnTo>
                  <a:pt x="86417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AFFB5B8-275F-4541-94CB-C7A723310F6D}"/>
              </a:ext>
            </a:extLst>
          </p:cNvPr>
          <p:cNvSpPr/>
          <p:nvPr userDrawn="1"/>
        </p:nvSpPr>
        <p:spPr>
          <a:xfrm rot="20330711">
            <a:off x="7416424" y="-293215"/>
            <a:ext cx="234813" cy="7444430"/>
          </a:xfrm>
          <a:custGeom>
            <a:avLst/>
            <a:gdLst>
              <a:gd name="connsiteX0" fmla="*/ 0 w 234813"/>
              <a:gd name="connsiteY0" fmla="*/ 0 h 7444430"/>
              <a:gd name="connsiteX1" fmla="*/ 234813 w 234813"/>
              <a:gd name="connsiteY1" fmla="*/ 90866 h 7444430"/>
              <a:gd name="connsiteX2" fmla="*/ 234813 w 234813"/>
              <a:gd name="connsiteY2" fmla="*/ 7444430 h 7444430"/>
              <a:gd name="connsiteX3" fmla="*/ 0 w 234813"/>
              <a:gd name="connsiteY3" fmla="*/ 7353565 h 7444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813" h="7444430">
                <a:moveTo>
                  <a:pt x="0" y="0"/>
                </a:moveTo>
                <a:lnTo>
                  <a:pt x="234813" y="90866"/>
                </a:lnTo>
                <a:lnTo>
                  <a:pt x="234813" y="7444430"/>
                </a:lnTo>
                <a:lnTo>
                  <a:pt x="0" y="7353565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A91EB93-1A80-4108-9845-8CEBD98D597C}"/>
              </a:ext>
            </a:extLst>
          </p:cNvPr>
          <p:cNvSpPr/>
          <p:nvPr userDrawn="1"/>
        </p:nvSpPr>
        <p:spPr>
          <a:xfrm rot="20330711">
            <a:off x="8020265" y="-134683"/>
            <a:ext cx="234813" cy="2739613"/>
          </a:xfrm>
          <a:custGeom>
            <a:avLst/>
            <a:gdLst>
              <a:gd name="connsiteX0" fmla="*/ 0 w 234813"/>
              <a:gd name="connsiteY0" fmla="*/ 0 h 2739613"/>
              <a:gd name="connsiteX1" fmla="*/ 234813 w 234813"/>
              <a:gd name="connsiteY1" fmla="*/ 90866 h 2739613"/>
              <a:gd name="connsiteX2" fmla="*/ 234813 w 234813"/>
              <a:gd name="connsiteY2" fmla="*/ 2739613 h 2739613"/>
              <a:gd name="connsiteX3" fmla="*/ 0 w 234813"/>
              <a:gd name="connsiteY3" fmla="*/ 2648748 h 2739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813" h="2739613">
                <a:moveTo>
                  <a:pt x="0" y="0"/>
                </a:moveTo>
                <a:lnTo>
                  <a:pt x="234813" y="90866"/>
                </a:lnTo>
                <a:lnTo>
                  <a:pt x="234813" y="2739613"/>
                </a:lnTo>
                <a:lnTo>
                  <a:pt x="0" y="264874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3E07247-868E-438C-BD34-0D0EC28772B4}"/>
              </a:ext>
            </a:extLst>
          </p:cNvPr>
          <p:cNvSpPr/>
          <p:nvPr userDrawn="1"/>
        </p:nvSpPr>
        <p:spPr>
          <a:xfrm rot="20330711" flipH="1" flipV="1">
            <a:off x="10369955" y="4253071"/>
            <a:ext cx="234813" cy="2739613"/>
          </a:xfrm>
          <a:custGeom>
            <a:avLst/>
            <a:gdLst>
              <a:gd name="connsiteX0" fmla="*/ 0 w 234813"/>
              <a:gd name="connsiteY0" fmla="*/ 0 h 2739613"/>
              <a:gd name="connsiteX1" fmla="*/ 234813 w 234813"/>
              <a:gd name="connsiteY1" fmla="*/ 90866 h 2739613"/>
              <a:gd name="connsiteX2" fmla="*/ 234813 w 234813"/>
              <a:gd name="connsiteY2" fmla="*/ 2739613 h 2739613"/>
              <a:gd name="connsiteX3" fmla="*/ 0 w 234813"/>
              <a:gd name="connsiteY3" fmla="*/ 2648748 h 2739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813" h="2739613">
                <a:moveTo>
                  <a:pt x="0" y="0"/>
                </a:moveTo>
                <a:lnTo>
                  <a:pt x="234813" y="90866"/>
                </a:lnTo>
                <a:lnTo>
                  <a:pt x="234813" y="2739613"/>
                </a:lnTo>
                <a:lnTo>
                  <a:pt x="0" y="264874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5" r:id="rId2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7" r:id="rId2"/>
    <p:sldLayoutId id="2147483736" r:id="rId3"/>
    <p:sldLayoutId id="2147483739" r:id="rId4"/>
    <p:sldLayoutId id="2147483740" r:id="rId5"/>
    <p:sldLayoutId id="2147483751" r:id="rId6"/>
    <p:sldLayoutId id="2147483738" r:id="rId7"/>
    <p:sldLayoutId id="2147483741" r:id="rId8"/>
    <p:sldLayoutId id="2147483742" r:id="rId9"/>
    <p:sldLayoutId id="2147483743" r:id="rId10"/>
    <p:sldLayoutId id="2147483754" r:id="rId11"/>
    <p:sldLayoutId id="2147483744" r:id="rId12"/>
    <p:sldLayoutId id="2147483745" r:id="rId13"/>
    <p:sldLayoutId id="2147483746" r:id="rId14"/>
    <p:sldLayoutId id="2147483747" r:id="rId15"/>
    <p:sldLayoutId id="2147483750" r:id="rId16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7572655" y="198224"/>
            <a:ext cx="4338918" cy="1350085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PAYKX</a:t>
            </a:r>
            <a:endParaRPr lang="ko-KR" altLang="en-US" sz="5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21F751-3C5B-4561-AD14-8637C5B66736}"/>
              </a:ext>
            </a:extLst>
          </p:cNvPr>
          <p:cNvSpPr txBox="1"/>
          <p:nvPr/>
        </p:nvSpPr>
        <p:spPr>
          <a:xfrm>
            <a:off x="7232375" y="3017729"/>
            <a:ext cx="4679198" cy="286232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6000" b="1" dirty="0">
                <a:solidFill>
                  <a:srgbClr val="FFC000"/>
                </a:solidFill>
              </a:rPr>
              <a:t>BÁO CÁO TÀI CHÍNH</a:t>
            </a:r>
          </a:p>
          <a:p>
            <a:pPr algn="r"/>
            <a:r>
              <a:rPr lang="en-US" sz="6000" b="1" dirty="0">
                <a:solidFill>
                  <a:srgbClr val="FFC000"/>
                </a:solidFill>
              </a:rPr>
              <a:t> • 10/2026</a:t>
            </a:r>
            <a:endParaRPr lang="ko-KR" altLang="en-US" sz="6000" b="1" dirty="0">
              <a:solidFill>
                <a:srgbClr val="FFC000"/>
              </a:solidFill>
              <a:cs typeface="Arial" pitchFamily="34" charset="0"/>
            </a:endParaRPr>
          </a:p>
        </p:txBody>
      </p:sp>
      <p:sp>
        <p:nvSpPr>
          <p:cNvPr id="32" name="Isosceles Triangle 51">
            <a:extLst>
              <a:ext uri="{FF2B5EF4-FFF2-40B4-BE49-F238E27FC236}">
                <a16:creationId xmlns:a16="http://schemas.microsoft.com/office/drawing/2014/main" id="{C7F4914A-EC4B-4F9A-BEB7-0A38D775830D}"/>
              </a:ext>
            </a:extLst>
          </p:cNvPr>
          <p:cNvSpPr/>
          <p:nvPr/>
        </p:nvSpPr>
        <p:spPr>
          <a:xfrm>
            <a:off x="5458499" y="3355305"/>
            <a:ext cx="226184" cy="165862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3" name="Parallelogram 15">
            <a:extLst>
              <a:ext uri="{FF2B5EF4-FFF2-40B4-BE49-F238E27FC236}">
                <a16:creationId xmlns:a16="http://schemas.microsoft.com/office/drawing/2014/main" id="{24C7C768-EB95-4E47-966B-307DC6C5CE5F}"/>
              </a:ext>
            </a:extLst>
          </p:cNvPr>
          <p:cNvSpPr/>
          <p:nvPr/>
        </p:nvSpPr>
        <p:spPr>
          <a:xfrm rot="16200000">
            <a:off x="4978482" y="610336"/>
            <a:ext cx="334943" cy="362564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4" name="Oval 66">
            <a:extLst>
              <a:ext uri="{FF2B5EF4-FFF2-40B4-BE49-F238E27FC236}">
                <a16:creationId xmlns:a16="http://schemas.microsoft.com/office/drawing/2014/main" id="{5E1A3659-43CE-4610-A2AD-E309F70E9E0E}"/>
              </a:ext>
            </a:extLst>
          </p:cNvPr>
          <p:cNvSpPr/>
          <p:nvPr/>
        </p:nvSpPr>
        <p:spPr>
          <a:xfrm rot="20700000">
            <a:off x="5750683" y="4256921"/>
            <a:ext cx="306925" cy="262906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5" name="Rectangle 130">
            <a:extLst>
              <a:ext uri="{FF2B5EF4-FFF2-40B4-BE49-F238E27FC236}">
                <a16:creationId xmlns:a16="http://schemas.microsoft.com/office/drawing/2014/main" id="{C38AB0EB-3E4B-4EB3-8986-8912DDE2B3BD}"/>
              </a:ext>
            </a:extLst>
          </p:cNvPr>
          <p:cNvSpPr/>
          <p:nvPr/>
        </p:nvSpPr>
        <p:spPr>
          <a:xfrm>
            <a:off x="6543350" y="925548"/>
            <a:ext cx="393301" cy="395087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6" name="Oval 25">
            <a:extLst>
              <a:ext uri="{FF2B5EF4-FFF2-40B4-BE49-F238E27FC236}">
                <a16:creationId xmlns:a16="http://schemas.microsoft.com/office/drawing/2014/main" id="{7EC3674A-B92E-4495-AB74-A7153464DC61}"/>
              </a:ext>
            </a:extLst>
          </p:cNvPr>
          <p:cNvSpPr>
            <a:spLocks noChangeAspect="1"/>
          </p:cNvSpPr>
          <p:nvPr/>
        </p:nvSpPr>
        <p:spPr>
          <a:xfrm>
            <a:off x="4353699" y="1754911"/>
            <a:ext cx="193723" cy="193988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7" name="Round Same Side Corner Rectangle 8">
            <a:extLst>
              <a:ext uri="{FF2B5EF4-FFF2-40B4-BE49-F238E27FC236}">
                <a16:creationId xmlns:a16="http://schemas.microsoft.com/office/drawing/2014/main" id="{1C893DA3-52C7-4BA5-8365-136F4E11773F}"/>
              </a:ext>
            </a:extLst>
          </p:cNvPr>
          <p:cNvSpPr/>
          <p:nvPr/>
        </p:nvSpPr>
        <p:spPr>
          <a:xfrm>
            <a:off x="4964671" y="2640492"/>
            <a:ext cx="158632" cy="158875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8" name="Rounded Rectangle 51">
            <a:extLst>
              <a:ext uri="{FF2B5EF4-FFF2-40B4-BE49-F238E27FC236}">
                <a16:creationId xmlns:a16="http://schemas.microsoft.com/office/drawing/2014/main" id="{69A29945-1B5C-480A-AD72-3775F4CC415D}"/>
              </a:ext>
            </a:extLst>
          </p:cNvPr>
          <p:cNvSpPr/>
          <p:nvPr/>
        </p:nvSpPr>
        <p:spPr>
          <a:xfrm rot="16200000" flipH="1">
            <a:off x="5219065" y="1825556"/>
            <a:ext cx="237102" cy="223294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9" name="Rounded Rectangle 2">
            <a:extLst>
              <a:ext uri="{FF2B5EF4-FFF2-40B4-BE49-F238E27FC236}">
                <a16:creationId xmlns:a16="http://schemas.microsoft.com/office/drawing/2014/main" id="{2027F04B-4AD3-4E0F-9BAB-5353137B1708}"/>
              </a:ext>
            </a:extLst>
          </p:cNvPr>
          <p:cNvSpPr/>
          <p:nvPr/>
        </p:nvSpPr>
        <p:spPr>
          <a:xfrm>
            <a:off x="360293" y="3850243"/>
            <a:ext cx="362565" cy="362565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97542CC7-8662-43EF-AC65-2E16AB462F1F}"/>
              </a:ext>
            </a:extLst>
          </p:cNvPr>
          <p:cNvSpPr/>
          <p:nvPr/>
        </p:nvSpPr>
        <p:spPr>
          <a:xfrm>
            <a:off x="4653360" y="3758170"/>
            <a:ext cx="144473" cy="144457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1" name="Rounded Rectangle 2">
            <a:extLst>
              <a:ext uri="{FF2B5EF4-FFF2-40B4-BE49-F238E27FC236}">
                <a16:creationId xmlns:a16="http://schemas.microsoft.com/office/drawing/2014/main" id="{DD85458F-48EB-44AD-A28A-C6D6613255DB}"/>
              </a:ext>
            </a:extLst>
          </p:cNvPr>
          <p:cNvSpPr/>
          <p:nvPr/>
        </p:nvSpPr>
        <p:spPr>
          <a:xfrm>
            <a:off x="6178829" y="2444357"/>
            <a:ext cx="290471" cy="290471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2" name="Rounded Rectangle 3">
            <a:extLst>
              <a:ext uri="{FF2B5EF4-FFF2-40B4-BE49-F238E27FC236}">
                <a16:creationId xmlns:a16="http://schemas.microsoft.com/office/drawing/2014/main" id="{87020242-DD7D-482B-A998-6D0326737345}"/>
              </a:ext>
            </a:extLst>
          </p:cNvPr>
          <p:cNvSpPr>
            <a:spLocks noChangeAspect="1"/>
          </p:cNvSpPr>
          <p:nvPr/>
        </p:nvSpPr>
        <p:spPr>
          <a:xfrm>
            <a:off x="2449886" y="604588"/>
            <a:ext cx="290471" cy="290471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3" name="Rounded Rectangle 10">
            <a:extLst>
              <a:ext uri="{FF2B5EF4-FFF2-40B4-BE49-F238E27FC236}">
                <a16:creationId xmlns:a16="http://schemas.microsoft.com/office/drawing/2014/main" id="{32DF34AC-FCFA-46EB-8466-5702232D85A3}"/>
              </a:ext>
            </a:extLst>
          </p:cNvPr>
          <p:cNvSpPr>
            <a:spLocks noChangeAspect="1"/>
          </p:cNvSpPr>
          <p:nvPr/>
        </p:nvSpPr>
        <p:spPr>
          <a:xfrm>
            <a:off x="6917601" y="3702294"/>
            <a:ext cx="356613" cy="362565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4" name="Block Arc 6">
            <a:extLst>
              <a:ext uri="{FF2B5EF4-FFF2-40B4-BE49-F238E27FC236}">
                <a16:creationId xmlns:a16="http://schemas.microsoft.com/office/drawing/2014/main" id="{42EEF007-9371-40E9-BCA4-255A1DB8A5C9}"/>
              </a:ext>
            </a:extLst>
          </p:cNvPr>
          <p:cNvSpPr/>
          <p:nvPr/>
        </p:nvSpPr>
        <p:spPr>
          <a:xfrm>
            <a:off x="5469195" y="5635320"/>
            <a:ext cx="444475" cy="448847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7DF97242-39E8-4F84-926D-72677E1CFF32}"/>
              </a:ext>
            </a:extLst>
          </p:cNvPr>
          <p:cNvSpPr/>
          <p:nvPr/>
        </p:nvSpPr>
        <p:spPr>
          <a:xfrm>
            <a:off x="1147873" y="2450021"/>
            <a:ext cx="338606" cy="260095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6" name="Chord 15">
            <a:extLst>
              <a:ext uri="{FF2B5EF4-FFF2-40B4-BE49-F238E27FC236}">
                <a16:creationId xmlns:a16="http://schemas.microsoft.com/office/drawing/2014/main" id="{453A3A15-16E1-47FB-B192-E33AA9F62F08}"/>
              </a:ext>
            </a:extLst>
          </p:cNvPr>
          <p:cNvSpPr/>
          <p:nvPr/>
        </p:nvSpPr>
        <p:spPr>
          <a:xfrm>
            <a:off x="3260877" y="1718238"/>
            <a:ext cx="80681" cy="175906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7" name="Round Same Side Corner Rectangle 8">
            <a:extLst>
              <a:ext uri="{FF2B5EF4-FFF2-40B4-BE49-F238E27FC236}">
                <a16:creationId xmlns:a16="http://schemas.microsoft.com/office/drawing/2014/main" id="{F572FCCE-C64C-4E2F-ADAB-869065E0B707}"/>
              </a:ext>
            </a:extLst>
          </p:cNvPr>
          <p:cNvSpPr/>
          <p:nvPr/>
        </p:nvSpPr>
        <p:spPr>
          <a:xfrm>
            <a:off x="953425" y="880843"/>
            <a:ext cx="143979" cy="379205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8" name="Round Same Side Corner Rectangle 20">
            <a:extLst>
              <a:ext uri="{FF2B5EF4-FFF2-40B4-BE49-F238E27FC236}">
                <a16:creationId xmlns:a16="http://schemas.microsoft.com/office/drawing/2014/main" id="{3EBC4D93-B7CB-4D9A-9EA4-6520EF743FFA}"/>
              </a:ext>
            </a:extLst>
          </p:cNvPr>
          <p:cNvSpPr/>
          <p:nvPr/>
        </p:nvSpPr>
        <p:spPr>
          <a:xfrm rot="10800000">
            <a:off x="742533" y="873267"/>
            <a:ext cx="175165" cy="373662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9" name="Freeform 53">
            <a:extLst>
              <a:ext uri="{FF2B5EF4-FFF2-40B4-BE49-F238E27FC236}">
                <a16:creationId xmlns:a16="http://schemas.microsoft.com/office/drawing/2014/main" id="{A96D85E9-ABBD-4BCD-82CA-6C7AF4B75FC3}"/>
              </a:ext>
            </a:extLst>
          </p:cNvPr>
          <p:cNvSpPr/>
          <p:nvPr/>
        </p:nvSpPr>
        <p:spPr>
          <a:xfrm>
            <a:off x="2261271" y="1760622"/>
            <a:ext cx="223294" cy="228945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0" name="Donut 39">
            <a:extLst>
              <a:ext uri="{FF2B5EF4-FFF2-40B4-BE49-F238E27FC236}">
                <a16:creationId xmlns:a16="http://schemas.microsoft.com/office/drawing/2014/main" id="{AFC96FA5-353B-483A-9458-49287253EDB3}"/>
              </a:ext>
            </a:extLst>
          </p:cNvPr>
          <p:cNvSpPr/>
          <p:nvPr/>
        </p:nvSpPr>
        <p:spPr>
          <a:xfrm>
            <a:off x="3766911" y="996465"/>
            <a:ext cx="223885" cy="22388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Doanh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PayKX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tăng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15%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trong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tháng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861295-DF9B-4427-A07D-EF7CB7FCE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152276"/>
              </p:ext>
            </p:extLst>
          </p:nvPr>
        </p:nvGraphicFramePr>
        <p:xfrm>
          <a:off x="5852823" y="1498513"/>
          <a:ext cx="2636753" cy="40864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36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031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Tháng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1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này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8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8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9,2TR</a:t>
                      </a: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VNĐ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31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C1BFC7-1814-4F25-839D-E588EC532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681493"/>
              </p:ext>
            </p:extLst>
          </p:nvPr>
        </p:nvGraphicFramePr>
        <p:xfrm>
          <a:off x="3369791" y="1588313"/>
          <a:ext cx="2483032" cy="38891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3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87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Tháng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3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Trước</a:t>
                      </a:r>
                      <a:endParaRPr lang="ko-KR" altLang="en-US" sz="13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1237" marR="101237" marT="50619" marB="50619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1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8TR</a:t>
                      </a: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VNĐ</a:t>
                      </a:r>
                    </a:p>
                  </a:txBody>
                  <a:tcPr marL="101237" marR="101237" marT="50619" marB="50619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876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1237" marR="101237" marT="50619" marB="50619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AE65972-A2E7-BED5-15A8-255BAA660195}"/>
              </a:ext>
            </a:extLst>
          </p:cNvPr>
          <p:cNvSpPr txBox="1"/>
          <p:nvPr/>
        </p:nvSpPr>
        <p:spPr>
          <a:xfrm>
            <a:off x="5916705" y="4920733"/>
            <a:ext cx="2636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+15% doanh </a:t>
            </a:r>
            <a:r>
              <a:rPr lang="en-US" sz="2400" b="1" dirty="0" err="1">
                <a:solidFill>
                  <a:srgbClr val="92D050"/>
                </a:solidFill>
              </a:rPr>
              <a:t>thu</a:t>
            </a:r>
            <a:endParaRPr lang="en-US" sz="24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950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93DA32-8CF9-7875-2E32-1023127E6A38}"/>
              </a:ext>
            </a:extLst>
          </p:cNvPr>
          <p:cNvSpPr txBox="1"/>
          <p:nvPr/>
        </p:nvSpPr>
        <p:spPr>
          <a:xfrm>
            <a:off x="900953" y="-40104"/>
            <a:ext cx="103900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Phí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ngân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hàng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chiếm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7200" dirty="0">
                <a:solidFill>
                  <a:schemeClr val="bg1"/>
                </a:solidFill>
              </a:rPr>
              <a:t>10% </a:t>
            </a:r>
            <a:r>
              <a:rPr lang="en-US" sz="3600" dirty="0" err="1">
                <a:solidFill>
                  <a:schemeClr val="bg1"/>
                </a:solidFill>
              </a:rPr>
              <a:t>tổng</a:t>
            </a:r>
            <a:r>
              <a:rPr lang="en-US" sz="3600" dirty="0">
                <a:solidFill>
                  <a:schemeClr val="bg1"/>
                </a:solidFill>
              </a:rPr>
              <a:t> doanh </a:t>
            </a:r>
            <a:r>
              <a:rPr lang="en-US" sz="3600" dirty="0" err="1">
                <a:solidFill>
                  <a:schemeClr val="bg1"/>
                </a:solidFill>
              </a:rPr>
              <a:t>thu</a:t>
            </a:r>
            <a:endParaRPr 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2D6EE24-2670-1A4E-024C-94DD981E1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844843"/>
              </p:ext>
            </p:extLst>
          </p:nvPr>
        </p:nvGraphicFramePr>
        <p:xfrm>
          <a:off x="5852823" y="1640117"/>
          <a:ext cx="2968448" cy="4480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3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Phí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ngân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hàng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800" b="1" dirty="0">
                          <a:solidFill>
                            <a:schemeClr val="bg1"/>
                          </a:solidFill>
                        </a:rPr>
                        <a:t>920.000</a:t>
                      </a: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VNĐ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3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8011458-C3D4-D1B2-2BA1-077985ECA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036023"/>
              </p:ext>
            </p:extLst>
          </p:nvPr>
        </p:nvGraphicFramePr>
        <p:xfrm>
          <a:off x="2214282" y="1575955"/>
          <a:ext cx="3638541" cy="45451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38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6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Tổng</a:t>
                      </a:r>
                      <a:r>
                        <a:rPr lang="en-US" sz="1400" dirty="0"/>
                        <a:t> doanh </a:t>
                      </a:r>
                      <a:r>
                        <a:rPr lang="en-US" sz="1400" dirty="0" err="1"/>
                        <a:t>thu</a:t>
                      </a:r>
                      <a:endParaRPr lang="en-US" sz="1400" dirty="0"/>
                    </a:p>
                  </a:txBody>
                  <a:tcPr marL="101237" marR="101237" marT="50619" marB="50619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1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400" b="1" dirty="0"/>
                        <a:t>9,2 </a:t>
                      </a:r>
                      <a:r>
                        <a:rPr lang="vi-VN" sz="5400" b="1" dirty="0"/>
                        <a:t>TR</a:t>
                      </a:r>
                      <a:endParaRPr lang="en-US" sz="5400" b="1" dirty="0"/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VNĐ</a:t>
                      </a:r>
                    </a:p>
                  </a:txBody>
                  <a:tcPr marL="101237" marR="101237" marT="50619" marB="50619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8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1237" marR="101237" marT="50619" marB="50619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068A4A2-C551-EF80-15E0-1F51597C249B}"/>
              </a:ext>
            </a:extLst>
          </p:cNvPr>
          <p:cNvSpPr txBox="1"/>
          <p:nvPr/>
        </p:nvSpPr>
        <p:spPr>
          <a:xfrm>
            <a:off x="5920622" y="5169560"/>
            <a:ext cx="283284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FFC000"/>
                </a:solidFill>
              </a:rPr>
              <a:t>Doanh </a:t>
            </a:r>
            <a:r>
              <a:rPr lang="en-US" sz="2000" dirty="0" err="1">
                <a:solidFill>
                  <a:srgbClr val="FFC000"/>
                </a:solidFill>
              </a:rPr>
              <a:t>thu</a:t>
            </a:r>
            <a:r>
              <a:rPr lang="en-US" sz="2000" dirty="0">
                <a:solidFill>
                  <a:srgbClr val="FFC000"/>
                </a:solidFill>
              </a:rPr>
              <a:t> </a:t>
            </a:r>
            <a:r>
              <a:rPr lang="en-US" sz="2000" dirty="0" err="1">
                <a:solidFill>
                  <a:srgbClr val="FFC000"/>
                </a:solidFill>
              </a:rPr>
              <a:t>sau</a:t>
            </a:r>
            <a:r>
              <a:rPr lang="en-US" sz="2000" dirty="0">
                <a:solidFill>
                  <a:srgbClr val="FFC000"/>
                </a:solidFill>
              </a:rPr>
              <a:t> </a:t>
            </a:r>
            <a:r>
              <a:rPr lang="en-US" sz="2000" dirty="0" err="1">
                <a:solidFill>
                  <a:srgbClr val="FFC000"/>
                </a:solidFill>
              </a:rPr>
              <a:t>khi</a:t>
            </a:r>
            <a:r>
              <a:rPr lang="en-US" sz="2000" dirty="0">
                <a:solidFill>
                  <a:srgbClr val="FFC000"/>
                </a:solidFill>
              </a:rPr>
              <a:t> </a:t>
            </a:r>
            <a:r>
              <a:rPr lang="en-US" sz="2000" dirty="0" err="1">
                <a:solidFill>
                  <a:srgbClr val="FFC000"/>
                </a:solidFill>
              </a:rPr>
              <a:t>trừ</a:t>
            </a:r>
            <a:r>
              <a:rPr lang="en-US" sz="2000" dirty="0">
                <a:solidFill>
                  <a:srgbClr val="FFC000"/>
                </a:solidFill>
              </a:rPr>
              <a:t> </a:t>
            </a:r>
            <a:r>
              <a:rPr lang="en-US" sz="2000" dirty="0" err="1">
                <a:solidFill>
                  <a:srgbClr val="FFC000"/>
                </a:solidFill>
              </a:rPr>
              <a:t>phí</a:t>
            </a:r>
            <a:r>
              <a:rPr lang="en-US" sz="2000" dirty="0">
                <a:solidFill>
                  <a:srgbClr val="FFC000"/>
                </a:solidFill>
              </a:rPr>
              <a:t> </a:t>
            </a:r>
            <a:r>
              <a:rPr lang="en-US" sz="2000" dirty="0" err="1">
                <a:solidFill>
                  <a:srgbClr val="FFC000"/>
                </a:solidFill>
              </a:rPr>
              <a:t>ngân</a:t>
            </a:r>
            <a:r>
              <a:rPr lang="en-US" sz="2000" dirty="0">
                <a:solidFill>
                  <a:srgbClr val="FFC000"/>
                </a:solidFill>
              </a:rPr>
              <a:t> </a:t>
            </a:r>
            <a:r>
              <a:rPr lang="en-US" sz="2000" dirty="0" err="1">
                <a:solidFill>
                  <a:srgbClr val="FFC000"/>
                </a:solidFill>
              </a:rPr>
              <a:t>hàng</a:t>
            </a:r>
            <a:r>
              <a:rPr lang="en-US" sz="2000" dirty="0">
                <a:solidFill>
                  <a:srgbClr val="FFC000"/>
                </a:solidFill>
              </a:rPr>
              <a:t>: 8.280.000 VNĐ</a:t>
            </a:r>
          </a:p>
        </p:txBody>
      </p:sp>
    </p:spTree>
    <p:extLst>
      <p:ext uri="{BB962C8B-B14F-4D97-AF65-F5344CB8AC3E}">
        <p14:creationId xmlns:p14="http://schemas.microsoft.com/office/powerpoint/2010/main" val="3464472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2854" y="155977"/>
            <a:ext cx="11567484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5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PayKX</a:t>
            </a: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cần</a:t>
            </a: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duy</a:t>
            </a: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trì</a:t>
            </a: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đà</a:t>
            </a: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tăng</a:t>
            </a: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trưởng</a:t>
            </a: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			doanh </a:t>
            </a:r>
            <a:r>
              <a:rPr lang="en-US" sz="5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</a:t>
            </a:r>
            <a:endParaRPr lang="ko-KR" altLang="en-US" sz="5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AA2565-697E-4C9C-90DF-DF69BCCBF13F}"/>
              </a:ext>
            </a:extLst>
          </p:cNvPr>
          <p:cNvSpPr txBox="1"/>
          <p:nvPr/>
        </p:nvSpPr>
        <p:spPr>
          <a:xfrm>
            <a:off x="4374777" y="2156011"/>
            <a:ext cx="78172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altLang="ko-KR" sz="3600" dirty="0">
                <a:solidFill>
                  <a:schemeClr val="bg1"/>
                </a:solidFill>
                <a:cs typeface="Arial" pitchFamily="34" charset="0"/>
              </a:rPr>
              <a:t>Theo </a:t>
            </a:r>
            <a:r>
              <a:rPr lang="en-US" altLang="ko-KR" sz="3600" dirty="0" err="1">
                <a:solidFill>
                  <a:schemeClr val="bg1"/>
                </a:solidFill>
                <a:cs typeface="Arial" pitchFamily="34" charset="0"/>
              </a:rPr>
              <a:t>dõi</a:t>
            </a:r>
            <a:r>
              <a:rPr lang="en-US" altLang="ko-KR" sz="3600" dirty="0">
                <a:solidFill>
                  <a:schemeClr val="bg1"/>
                </a:solidFill>
                <a:cs typeface="Arial" pitchFamily="34" charset="0"/>
              </a:rPr>
              <a:t> doanh </a:t>
            </a:r>
            <a:r>
              <a:rPr lang="en-US" altLang="ko-KR" sz="3600" dirty="0" err="1">
                <a:solidFill>
                  <a:schemeClr val="bg1"/>
                </a:solidFill>
                <a:cs typeface="Arial" pitchFamily="34" charset="0"/>
              </a:rPr>
              <a:t>thu</a:t>
            </a:r>
            <a:r>
              <a:rPr lang="en-US" altLang="ko-KR" sz="3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3600" dirty="0" err="1">
                <a:solidFill>
                  <a:schemeClr val="bg1"/>
                </a:solidFill>
                <a:cs typeface="Arial" pitchFamily="34" charset="0"/>
              </a:rPr>
              <a:t>hằng</a:t>
            </a:r>
            <a:r>
              <a:rPr lang="en-US" altLang="ko-KR" sz="3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3600" dirty="0" err="1">
                <a:solidFill>
                  <a:schemeClr val="bg1"/>
                </a:solidFill>
                <a:cs typeface="Arial" pitchFamily="34" charset="0"/>
              </a:rPr>
              <a:t>tháng</a:t>
            </a:r>
            <a:endParaRPr lang="vi-VN" altLang="ko-KR" sz="3600" dirty="0">
              <a:solidFill>
                <a:schemeClr val="bg1"/>
              </a:solidFill>
              <a:ea typeface="FZShuTi" pitchFamily="2" charset="-122"/>
              <a:cs typeface="Arial" pitchFamily="34" charset="0"/>
            </a:endParaRPr>
          </a:p>
          <a:p>
            <a:endParaRPr lang="en-US" altLang="ko-KR" sz="3600" dirty="0">
              <a:solidFill>
                <a:schemeClr val="bg1"/>
              </a:solidFill>
              <a:ea typeface="FZShuTi" pitchFamily="2" charset="-122"/>
              <a:cs typeface="Arial" pitchFamily="34" charset="0"/>
            </a:endParaRPr>
          </a:p>
          <a:p>
            <a:pPr marL="571500" indent="-571500">
              <a:buFontTx/>
              <a:buChar char="-"/>
            </a:pPr>
            <a:r>
              <a:rPr lang="en-US" altLang="ko-KR" sz="3600" dirty="0" err="1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Đối</a:t>
            </a:r>
            <a:r>
              <a:rPr lang="en-US" altLang="ko-KR" sz="36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 </a:t>
            </a:r>
            <a:r>
              <a:rPr lang="en-US" altLang="ko-KR" sz="3600" dirty="0" err="1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soát</a:t>
            </a:r>
            <a:r>
              <a:rPr lang="en-US" altLang="ko-KR" sz="36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 </a:t>
            </a:r>
            <a:r>
              <a:rPr lang="en-US" altLang="ko-KR" sz="3600" dirty="0" err="1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chính</a:t>
            </a:r>
            <a:r>
              <a:rPr lang="en-US" altLang="ko-KR" sz="36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 </a:t>
            </a:r>
            <a:r>
              <a:rPr lang="en-US" altLang="ko-KR" sz="3600" dirty="0" err="1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xác</a:t>
            </a:r>
            <a:r>
              <a:rPr lang="en-US" altLang="ko-KR" sz="36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 </a:t>
            </a:r>
            <a:r>
              <a:rPr lang="en-US" altLang="ko-KR" sz="3600" dirty="0" err="1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phí</a:t>
            </a:r>
            <a:r>
              <a:rPr lang="en-US" altLang="ko-KR" sz="36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 </a:t>
            </a:r>
            <a:r>
              <a:rPr lang="en-US" altLang="ko-KR" sz="3600" dirty="0" err="1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ngân</a:t>
            </a:r>
            <a:r>
              <a:rPr lang="en-US" altLang="ko-KR" sz="36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 </a:t>
            </a:r>
            <a:r>
              <a:rPr lang="vi-VN" altLang="ko-KR" sz="36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hàng.</a:t>
            </a:r>
          </a:p>
          <a:p>
            <a:endParaRPr lang="vi-VN" altLang="ko-KR" sz="3600" dirty="0">
              <a:solidFill>
                <a:schemeClr val="bg1"/>
              </a:solidFill>
              <a:ea typeface="FZShuTi" pitchFamily="2" charset="-122"/>
              <a:cs typeface="Arial" pitchFamily="34" charset="0"/>
            </a:endParaRPr>
          </a:p>
          <a:p>
            <a:r>
              <a:rPr lang="vi-VN" altLang="ko-KR" sz="36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- Nâng cao chất lượng giao dịch</a:t>
            </a:r>
            <a:endParaRPr lang="en-US" altLang="ko-KR" sz="3600" dirty="0">
              <a:solidFill>
                <a:schemeClr val="bg1"/>
              </a:solidFill>
              <a:ea typeface="FZShuTi" pitchFamily="2" charset="-122"/>
              <a:cs typeface="Arial" pitchFamily="34" charset="0"/>
            </a:endParaRPr>
          </a:p>
          <a:p>
            <a:endParaRPr lang="en-US" altLang="ko-KR" sz="36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mobil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82BE"/>
      </a:accent1>
      <a:accent2>
        <a:srgbClr val="28608C"/>
      </a:accent2>
      <a:accent3>
        <a:srgbClr val="262626"/>
      </a:accent3>
      <a:accent4>
        <a:srgbClr val="3282BE"/>
      </a:accent4>
      <a:accent5>
        <a:srgbClr val="28608C"/>
      </a:accent5>
      <a:accent6>
        <a:srgbClr val="262626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mobil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82BE"/>
      </a:accent1>
      <a:accent2>
        <a:srgbClr val="28608C"/>
      </a:accent2>
      <a:accent3>
        <a:srgbClr val="262626"/>
      </a:accent3>
      <a:accent4>
        <a:srgbClr val="3282BE"/>
      </a:accent4>
      <a:accent5>
        <a:srgbClr val="28608C"/>
      </a:accent5>
      <a:accent6>
        <a:srgbClr val="262626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SOCIAL MEDI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82BE"/>
      </a:accent1>
      <a:accent2>
        <a:srgbClr val="28608C"/>
      </a:accent2>
      <a:accent3>
        <a:srgbClr val="262626"/>
      </a:accent3>
      <a:accent4>
        <a:srgbClr val="3282BE"/>
      </a:accent4>
      <a:accent5>
        <a:srgbClr val="28608C"/>
      </a:accent5>
      <a:accent6>
        <a:srgbClr val="262626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4103</TotalTime>
  <Words>95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FZShuTi</vt:lpstr>
      <vt:lpstr>Arial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Nguyen Linh</cp:lastModifiedBy>
  <cp:revision>112</cp:revision>
  <dcterms:created xsi:type="dcterms:W3CDTF">2018-04-24T17:14:44Z</dcterms:created>
  <dcterms:modified xsi:type="dcterms:W3CDTF">2026-10-26T12:42:35Z</dcterms:modified>
</cp:coreProperties>
</file>